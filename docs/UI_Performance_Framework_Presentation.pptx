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12192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Performance Testing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Analysis Framework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platform for authoring, executing, analyzing, and acting 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performance tests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Testing  •  Load Testing  •  ML Intelligence  •  Quality Gates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 &amp; Capabilities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Engines (Synthetic + Load)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Scoring Methodology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 &amp; Gating Strategy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Intelligence &amp; Analytics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Pages &amp; UX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Role-Based Access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CI/CD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Q&amp;A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framework do?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412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Synthetic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 + Lighthouse collects Core Web Vitals (LCP, FCP, INP, CLS, TTFB, TBT) and Lighthouse audit scores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Concurrent Load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k6 browser adapter with staged VU ramp, server telemetry correlation, saturation 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Gates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Threshold, baseline-relative, statistical, VU-tiered, and server-resource gates with 3-of-5 quorum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Intelligence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 feature attribution, Prophet forecasting, CUSUM/EWMA change-point detection, anomaly feed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Real-User Monitoring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RUM event pipeline with p75 aggregation and CrUX snapshot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 Test Authoring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Six-stage pipeline: intent parse → page recon → locator synthesis → script assembly → validation → scoring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Check Runs, commit statuses, Slack/webhook notifications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Multi-Geo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Fan-out dispatch across WPT agents and k6 browser instances with cross-region comparison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with 5 packages, Docker Compose orchestration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(Next.js 15)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4200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(NestJS 10)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4000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95360" y="14630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(Playwright +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38404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38404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840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Types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Validators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737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06640" y="1737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94960" y="28346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</a:rPr>
              <a:t>↓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orchestrates all services  •  npm workspaces monorepo  •  Shared TypeScript config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412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15, React 19, TanStack Query, Tailwind CSS 4, Recharts, Lucide React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NestJS 10, TypeScript 5, Node.js 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16 (9 migration sets, 18 migration files)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Engines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 + Lighthouse (built-in), k6 Browser (built-in), WebPageTest (opt-in)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Docker, Docker Compose (Postgres, API, Dashboard, Worker services)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Actions — test → lint → build → migration verification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Storage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filesystem (S3-ready abstraction)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Engines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testing with Playwright + Lighthouse, load testing with k6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Testing — Playwright + Lighthouse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launches headless Chrome via chrome-launcher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Lighthouse runs audits for: performance, accessibility, best-practices, seo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Core Web Vitals: LCP, FCP, CLS, TTFB, TBT, Speed Index, TTI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desktop mode (no throttling) and mobile mode (4× CPU, simulated 4G)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iterations per run — results aggregated by median for stability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reports stored as artifacts for drill-down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engine interface — WebPageTest and sitespeed.io adapters ready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Testing — k6 Browser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virtual users (VUs) with staged ramp profiles (e.g., 10 → 50 → 100 → peak)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telemetry correlation — CPU, memory, event-loop lag captured per snapshot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detection — identifies the VU count where metrics degrade significantly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planning — headroom estimation and infrastructure recommendations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estimation per load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VU-tiered quality gates that scale thresholds with concurrency level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include per-host telemetry summaries and load-correlation analysis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Scoring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Performance, Accessibility, Best Practices &amp; SEO scores are determined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Score Breakdown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average of 5 lab metrics, each scored on a log-normal curve from HTTP Archive data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91440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Threshold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FCP (First Contentful Paint)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1.8s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Index (SI)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3.4s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LCP (Largest Contentful Paint)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2.5s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TBT (Total Blocking Time)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200ms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CLS (Cumulative Layout Shift)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18C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57200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  Good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40480" y="457200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CA8A04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50–89  Needs Improvement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49440" y="457200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  Poor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Lighthouse Categories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 axe-core + WCAG 2.1 audits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passing ÷ applicable × 100, equally weighted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Practices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 modern web &amp; security audits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passing ÷ applicable × 100, equally weighted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 technical SEO audits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passing ÷ applicable × 100, equally weighted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That Influence Scores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Device: desktop (no throttling) vs. mobile (4× CPU, simulated 4G) — switching to desktop typically +10–30 Performance 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iterations (n_runs): median across 5–10 runs reduces variance; single runs fluctuate ±5–8 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Viewport size: affects which element is LCP, image loading, CLS measurement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conditions: Lighthouse simulates throttling but actual network speed also matters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warm/cold state: cold caches on first run after deploy degrade TTFB and scores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scripts: ads, analytics, chat widgets add 500ms–2s TBT — blocking them isolates own code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pass/fail gating with 3-of-5 quorum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Types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412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metric limits (e.g., LCP ≤ 2500ms, Performance ≥ 90)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Baseline-Relative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against baseline percentiles (e.g., fail if LCP &gt; p75 + 10%)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Statistical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± N × stddev from historical baseline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VU-Tiered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Thresholds that scale with virtual user concurrency level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Server-Resource Floor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CPU, memory, event-loop lag conditions from telemetry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Capacity-Floor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sustainable VUs with headroom calculation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Gating Strategy: 3-of-5 Quorum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metric must fail 3 of the last 5 runs to trigger a gate failure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flaky, one-off regressions from blocking pipelines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are evaluated per-run and results stored with the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integration: gate results posted as GitHub Check Runs and commit statuses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Slack/webhook notifications on gate failures for immediate visibility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Intelligence &amp; Analytics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insights, anomaly detection, and forecasting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Attribution — permutation-based feature importance for regression root-cause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Forecasting — trend + weekly seasonality decomposition with prediction intervals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Change-Point Detection — CUSUM and EWMA algorithms on metric time series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Attribution — phase-level and request-level timing distribution comparison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Management — severity workflow: open → acknowledged → resolved with feedback loop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Planning — saturation detection, headroom estimation, infrastructure recommendations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Reports — automated 7/30/90-day performance digests via Slack/webhook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 Integration — real-user monitoring p75 aggregation and CrUX snapshot support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pages organized into 4 navigation groups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869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view — overview counters, recent runs, KPI averages, metric relationship diagram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Per-run detail — Lighthouse scores, CWV gauges, radar chart, time waterfall, score breakdown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Time-series charts of performance metrics with environment filtering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Executive reports (7/30/90-day summaries), CWV p75, pass rates, anomaly counts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 glossary, optimization guide, testing methodology, threshold reference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Analysis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869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list, manual launcher, run detail with gate results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 management with templates (Lighthouse Audit, Multi-Page Flow, SPA Nav, etc.)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Natural-language test authoring with pipeline visualization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profile launcher, VU-minutes, cost, status filter, completed run metrics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Cron-based schedule management with enable/disable toggles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gate configuration (threshold, baseline, statistical, VU-tiered)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Side-by-side run comparison with bar charts, diff table, waterfall/filmstrip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Anomalies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Anomaly feed with filters, trend chart, severity badges, resolution actions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SHAP, Prophet forecasting, RUM summary, CrUX snapshots, capacity planning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Access Control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Password-based auth with role-based access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Password-based login with session persistence via localStorage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hashed with scryptSync (64-byte key, 32-byte random salt)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Forgot/reset password flow (reset tokens shown in dev mode)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seed accounts: admin, editor (×2), viewer (×2)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can switch between user accounts via sidebar dropdown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869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access — manage users, projects, channels, environments, all CRUD. See all scripts/runs across all users.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tests, create scripts, view all data within assigned projects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Read-only access to dashboards and results within assigned projects. Own scripts/runs only.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CI/CD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Compose, GitHub Actions, environment configuration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orchestrates 4 services: Postgres, API, Dashboard, Worker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Dockerfiles per service in /docker/ directory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One-command setup: docker compose up --build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runs as optional profile: docker compose --profile worker 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dev setup: 3 terminals — API (port 4000), Dashboard (port 4200), Worker (poll loop)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pipeline: GitHub Actions runs tests → lint → build → DB migration verification on every push/PR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 control ports, database URL, API endpoints, polling intervals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 Group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Operations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Projects, Runs, Scripts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CRUD, claim, complete, versions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 &amp; Schedules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Gates, Schedules, Baselines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Create, evaluate, refresh, cron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Trends, Anomalies, Attribution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Time-series, change-point detection, root-cause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SHAP, Forecast, RUM, CrUX, Capacity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Attribution, prediction, monitoring, planning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Profiles, Runs, Telemetry, Correlation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Staged ramp, VU gates, cost estimation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 &amp; RBAC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Auth, Users, Members, Notifications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Register, login, roles, channels, audit log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Quality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Jest unit tests — 56 spec files covering controllers, services, guards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Shared: Vitest — 135 tests for validators and shared utilities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Worker: Vitest — 52 tests for engine, stats, and runner logic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Vitest — 8 test suites, 173 tests for component logic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CI: GitHub Actions runs all tests, linting, and builds on every push/PR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 completed: SQL injection, auth bypass, XSS, CORS, input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tests added for cron parser, admin role validation, URI encoding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Web Vitals — Threshold Reference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9144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5603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Improvement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LCP (Largest Contentful Paint)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2.5s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2.5s – 4.0s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4.0s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FCP (First Contentful Paint)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1.8s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1.8s – 3.0s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3.0s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 (Interaction to Next Paint)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200ms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200ms – 500ms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500ms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CLS (Cumulative Layout Shift)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0.1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 – 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TTFB (Time to First Byte)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800ms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800ms – 1.8s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1.8s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TBT (Total Blocking Time)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200ms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200ms – 600ms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600ms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(Speed Index)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3.4s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3.4s – 5.8s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5.8s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TTI (Time to Interactive)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3.8s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3.8s – 7.3s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7.3s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Lighthouse 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– 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Demo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github.com/jj-shen99/ui_performance_testing_and_analysis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2026-05-27T21:58:40Z</dcterms:created>
  <dcterms:modified xsi:type="dcterms:W3CDTF">2026-05-27T21:58:40Z</dcterms:modified>
</cp:coreProperties>
</file>